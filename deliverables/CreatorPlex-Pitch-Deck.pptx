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gradFill flip="none" rotWithShape="1">
            <a:gsLst>
              <a:gs pos="0">
                <a:srgbClr val="1E1B4B"/>
              </a:gs>
              <a:gs pos="33333">
                <a:srgbClr val="7C3AED"/>
              </a:gs>
              <a:gs pos="66666">
                <a:srgbClr val="EC4899"/>
              </a:gs>
              <a:gs pos="100000">
                <a:srgbClr val="F59E0B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914400" y="-914400"/>
            <a:ext cx="3657600" cy="3657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FFF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22960"/>
            <a:ext cx="731520" cy="73152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FFF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7C3AED"/>
                </a:solidFill>
                <a:latin typeface="Inter"/>
              </a:rPr>
              <a:t>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Inter"/>
              </a:rPr>
              <a:t>CreatorPlex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Inter"/>
              </a:rPr>
              <a:t>The operating system for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Inter"/>
              </a:rPr>
              <a:t>creator-commerce in India.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Inter"/>
              </a:rPr>
              <a:t>AI-matched creators · barter + paid campaigns · escrow · RazorpayX auto-payouts · Shopify-native and web-brand 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5216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0" bIns="0"/>
          <a:lstStyle/>
          <a:p>
            <a:pPr algn="ctr"/>
            <a:r>
              <a:rPr b="1" sz="900">
                <a:solidFill>
                  <a:srgbClr val="7C3AED"/>
                </a:solidFill>
                <a:latin typeface="Inter"/>
              </a:rPr>
              <a:t>Pitch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85216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0" bIns="0"/>
          <a:lstStyle/>
          <a:p>
            <a:pPr algn="ctr"/>
            <a:r>
              <a:rPr b="1" sz="900">
                <a:solidFill>
                  <a:srgbClr val="0F172A"/>
                </a:solidFill>
                <a:latin typeface="Inter"/>
              </a:rPr>
              <a:t>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94A3B8"/>
                </a:solidFill>
                <a:latin typeface="Inter"/>
              </a:rPr>
              <a:t>For mentors, partners &amp; investors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69164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Inter"/>
              </a:rPr>
              <a:t>Turning India's 8M+ creators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Inter"/>
              </a:rPr>
              <a:t>into a measurable growth channel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Inter"/>
              </a:rPr>
              <a:t>for every DTC brand.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02336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251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Inter"/>
              </a:rPr>
              <a:t>₹1.05 Cr+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8006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GMV attributed to campaigns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402336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4251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EC4899"/>
                </a:solidFill>
                <a:latin typeface="Inter"/>
              </a:rPr>
              <a:t>120+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8006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creators shipped in demo cohort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402336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4251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59E0B"/>
                </a:solidFill>
                <a:latin typeface="Inter"/>
              </a:rPr>
              <a:t>4.8×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8006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avg ROAS on paid campaigns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852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Inter"/>
              </a:rPr>
              <a:t>creatorplex.rankboosterinfotech.in · hello@creatorplex.in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Brands know creators drive sales — but running campaigns is a mess.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Inter"/>
              </a:rPr>
              <a:t>Every DTC founder we spoke to described the same seven pains — and pays 3–5 tools + an agency to solve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0F172A"/>
                </a:solidFill>
                <a:latin typeface="Inter"/>
              </a:rPr>
              <a:t>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Cold DMs on Instagram; scraped lists; zero verification of followers or engagement.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01752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0F172A"/>
                </a:solidFill>
                <a:latin typeface="Inter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200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No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947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Coupon codes leak; UTMs miss mobile; ROAS is 'trust me bro'.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01752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200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0F172A"/>
                </a:solidFill>
                <a:latin typeface="Inter"/>
              </a:rPr>
              <a:t>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2004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Payment friction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7947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Wire transfers, USDT, PayPal — creators quit halfway. Barter kits ghost after delivery.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6344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0F172A"/>
                </a:solidFill>
                <a:latin typeface="Inter"/>
              </a:rPr>
              <a:t>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463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Contract chaos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PDFs on WhatsApp. No e-sign. No IP clause. Legal risk on every deal.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66344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846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0F172A"/>
                </a:solidFill>
                <a:latin typeface="Inter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8463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Manual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44068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20 hours of spreadsheet work per campaign to find 10 fits.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66344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846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0F172A"/>
                </a:solidFill>
                <a:latin typeface="Inter"/>
              </a:rPr>
              <a:t>🇮🇳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8463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India-blind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44068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Global tools price in USD, ignore UPI, GST, IFSC, PIN codes — and Indian ER benchmarks.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CreatorPlex is one panel that runs the entire loop — AI end-to-end.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Inter"/>
              </a:rPr>
              <a:t>Brands log in, brief a campaign, pick AI-matched creators, ship product, review content, and see attributed revenue — in one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194560" cy="59436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1  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Or connect Shopify → we auto-brief from your catalog.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3017520"/>
            <a:ext cx="2194560" cy="59436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30175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2   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7033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8404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AI ranks 1,000s of Indian creators by niche, tier, city, audience-fit.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017520"/>
            <a:ext cx="2194560" cy="59436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3   Ship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37033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38404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One-click barter kits · manual or Shopify draft orders.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017520"/>
            <a:ext cx="2194560" cy="59436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0175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4   Approve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7033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Contract e-sign · content review · escrow hold.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017520"/>
            <a:ext cx="2194560" cy="59436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3017520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5   Attribute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37033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384048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UTM + coupon + Shopify webhook → real ROAS · pays creator via RazorpayX.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Shopify-native app on the Shopify App Store · Web brand panel for D2C brands not yet on Shopify · Creator app is PWA + WhatsApp-first.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India's creator economy is exploding — and D2C is where the spend is going.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3716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TAM · India Digital Ad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7C3AED"/>
                </a:solidFill>
                <a:latin typeface="Inter"/>
              </a:rPr>
              <a:t>₹51,000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Grows 24% YoY (Dentsu 2025). Creator/influencer share moving from 4% → 12% by 2028.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137160" cy="1234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SAM · Influencer + Creator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C4899"/>
                </a:solidFill>
                <a:latin typeface="Inter"/>
              </a:rPr>
              <a:t>₹6,100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By 2028 (EY India), 2.4× today. Fragmented across 500+ agencies + IG DMs.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13716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SOM · CreatorPlex Wedge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59E0B"/>
                </a:solidFill>
                <a:latin typeface="Inter"/>
              </a:rPr>
              <a:t>₹380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949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DTC brands on Shopify + Woo + web (~65k) × ₹6L annual campaign spend × 10% platform take.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Tailwinds we're riding: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594360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Inter"/>
              </a:rPr>
              <a:t>8M+ Indian creators (KPMG)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594360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Inter"/>
              </a:rPr>
              <a:t>500M+ Reels DAU (Meta)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594360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Inter"/>
              </a:rPr>
              <a:t>Shopify India +52% GMV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594360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Inter"/>
              </a:rPr>
              <a:t>UPI 14B monthly txns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Who we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Two customers — one shared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5321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5532120" cy="59436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🛒  DTC brands · beauty · fashion · food · home ·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Founder-led brands on Shopify / Woo /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₹50L – ₹50Cr revenue · scaling paid + organic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Marketing manager at growth-stage DTC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Runs 4-6 creator campaigns / month · needs attribution.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Agency running influencer for 20+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White-label mode · commission tracking · one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377440"/>
            <a:ext cx="55321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532120" cy="59436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43F5E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🎬  Creators · nano · micro · mid · macro (India-first)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004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C4899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200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Nano + micro (1K – 100K)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520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High-ER creators in 25+ cities; barter-first economy.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069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C4899"/>
                </a:solidFill>
                <a:latin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Mid-tier (100K – 500K)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3891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UGC + Reels for paid campaigns; UPI + IFSC verified.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9377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C4899"/>
                </a:solidFill>
                <a:latin typeface="Inter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937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Macro (500K+)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257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75569"/>
                </a:solidFill>
                <a:latin typeface="Inter"/>
              </a:rPr>
              <a:t>Long-form YouTube + IG collabs; contract e-sign + escrow.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What's live today — shipped, tested, and paying creators.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Inter"/>
              </a:rPr>
              <a:t>Full-stack MVP is production-ready. Not a prototype — creators are already getting paid via RazorpayX.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F172A"/>
                </a:solidFill>
                <a:latin typeface="Inter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63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AI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5-tier segmentation · 18 Indian cities · niche · gender · age · language filters. Every campaign auto-scores candidates.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92608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3063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F172A"/>
                </a:solidFill>
                <a:latin typeface="Inter"/>
              </a:rPr>
              <a:t>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3063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Shopify + 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56616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OAuth install · product + order sync · manual channel for non-Shopify brands · one order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292608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063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F172A"/>
                </a:solidFill>
                <a:latin typeface="Inter"/>
              </a:rPr>
              <a:t>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3063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Instagram Graph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56616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Creators connect real IG Business accounts. Nightly sync pulls verified followers + ER + audience demographics.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292608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3063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F172A"/>
                </a:solidFill>
                <a:latin typeface="Inter"/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3063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Escrow + RazorpayX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56616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Brand funds held on-approval. Auto-payout to creator UPI/IFSC via RazorpayX after content clears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45152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823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F172A"/>
                </a:solidFill>
                <a:latin typeface="Inter"/>
              </a:rPr>
              <a:t>✍️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7823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Contract e-sign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85232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Built-in signature pad → SVG stored with IP + timestamp. India-compliant, no DocuSign fees.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0712" y="4645152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47823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F172A"/>
                </a:solidFill>
                <a:latin typeface="Inter"/>
              </a:rPr>
              <a:t>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2" y="47823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WhatsApp + 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93592" y="5285232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Whatify BSP → 12 template events fire on every state change. Creator responds without leaving WhatsApp.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2784" y="4645152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47823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F172A"/>
                </a:solidFill>
                <a:latin typeface="Inter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8584" y="47823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Real attribution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5285232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UTM + coupon + Shopify webhook → live GMV per creator. No 'trust me' ROAS.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34856" y="4645152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17736" y="47823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F172A"/>
                </a:solidFill>
                <a:latin typeface="Inter"/>
              </a:rPr>
              <a:t>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6" y="47823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AI everywhere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5285232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Brief generator · content review · fraud scan · rate calculator · SEO copy — all in one panel.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5 screens from brand launch to creator payout — all in 48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645920" cy="6858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Day 0 · 20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46888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Brand briefs a campaign or connects Shopify. AI writes the creative brief from the product catalog.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1645920" cy="6858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Day 0 · 30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29184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AI ranks 200 matched creators. Brand shortlists 20 with one click, sends WhatsApp + email invites.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1645920" cy="6858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Day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11480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10 creators accept. Contract e-sign in the browser. Barter kits ship (manual or Shopify draft orders).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77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645920" cy="6858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Day 3-14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93776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Creator posts. Content submitted in-app. Brand approves. Escrow releases funds to RazorpayX → creator UPI.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760720"/>
            <a:ext cx="1645920" cy="6858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Inter"/>
              </a:rPr>
              <a:t>Day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76072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Inter"/>
              </a:rPr>
              <a:t>Analytics dashboard shows GMV per creator, ROAS, and top-performing content. Brand relaunches winners.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Differentiator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Why CreatorPlex wins against agencies, spreadsheets and global tools.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291840" cy="4389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331720"/>
            <a:ext cx="1828800" cy="4389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33172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Agencies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331720"/>
            <a:ext cx="1828800" cy="4389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33172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Spreadsheets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2331720"/>
            <a:ext cx="2148840" cy="43891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2331720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Inter"/>
              </a:rPr>
              <a:t>Aspire / Grin (US)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2331720"/>
            <a:ext cx="1965960" cy="438912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233172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Inter"/>
              </a:rPr>
              <a:t>CreatorPlex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70632"/>
            <a:ext cx="329184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70632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India-first (UPI, PIN, GST, INR)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770632"/>
            <a:ext cx="182880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77063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770632"/>
            <a:ext cx="182880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77063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0" y="2770632"/>
            <a:ext cx="214884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77063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2770632"/>
            <a:ext cx="1965960" cy="438912"/>
          </a:xfrm>
          <a:prstGeom prst="rect">
            <a:avLst/>
          </a:prstGeom>
          <a:solidFill>
            <a:srgbClr val="F6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2770632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9544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20954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AI matching + fraud scan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209544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3209544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209544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3209544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3209544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3209544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209544"/>
            <a:ext cx="1965960" cy="438912"/>
          </a:xfrm>
          <a:prstGeom prst="rect">
            <a:avLst/>
          </a:prstGeom>
          <a:solidFill>
            <a:srgbClr val="F6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3209544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648456"/>
            <a:ext cx="329184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648456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Real attribution (Shopify webhook)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648456"/>
            <a:ext cx="182880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3648456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648456"/>
            <a:ext cx="182880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3648456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0" y="3648456"/>
            <a:ext cx="214884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0" y="3648456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3648456"/>
            <a:ext cx="1965960" cy="438912"/>
          </a:xfrm>
          <a:prstGeom prst="rect">
            <a:avLst/>
          </a:prstGeom>
          <a:solidFill>
            <a:srgbClr val="F6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3648456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087368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087368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Built-in escrow + auto-payout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4087368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0" y="408736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4087368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0" y="408736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0" y="4087368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0" y="4087368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20" y="4087368"/>
            <a:ext cx="1965960" cy="438912"/>
          </a:xfrm>
          <a:prstGeom prst="rect">
            <a:avLst/>
          </a:prstGeom>
          <a:solidFill>
            <a:srgbClr val="F6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46920" y="4087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526280"/>
            <a:ext cx="329184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526280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Contract e-sign (India-compliant)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4526280"/>
            <a:ext cx="182880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0" y="452628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0" y="4526280"/>
            <a:ext cx="182880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0" y="452628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4526280"/>
            <a:ext cx="214884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0" y="4526280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46920" y="4526280"/>
            <a:ext cx="1965960" cy="438912"/>
          </a:xfrm>
          <a:prstGeom prst="rect">
            <a:avLst/>
          </a:prstGeom>
          <a:solidFill>
            <a:srgbClr val="F6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46920" y="452628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965192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" y="4965192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WhatsApp-first creator flow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4965192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40480" y="496519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0" y="4965192"/>
            <a:ext cx="1828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9280" y="496519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98080" y="4965192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80" y="4965192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11D48"/>
                </a:solidFill>
                <a:latin typeface="Inter"/>
              </a:rPr>
              <a:t>✕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46920" y="4965192"/>
            <a:ext cx="1965960" cy="438912"/>
          </a:xfrm>
          <a:prstGeom prst="rect">
            <a:avLst/>
          </a:prstGeom>
          <a:solidFill>
            <a:srgbClr val="F6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46920" y="4965192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Inter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404104"/>
            <a:ext cx="329184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540410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Pricing (₹/month, transparent)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0" y="5404104"/>
            <a:ext cx="182880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40480" y="5404104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₹2-5L retainer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5404104"/>
            <a:ext cx="182880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69280" y="5404104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Free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98080" y="5404104"/>
            <a:ext cx="2148840" cy="438912"/>
          </a:xfrm>
          <a:prstGeom prst="rect">
            <a:avLst/>
          </a:prstGeom>
          <a:solidFill>
            <a:srgbClr val="FA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98080" y="5404104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Inter"/>
              </a:rPr>
              <a:t>$500-2000/mo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5404104"/>
            <a:ext cx="1965960" cy="438912"/>
          </a:xfrm>
          <a:prstGeom prst="rect">
            <a:avLst/>
          </a:prstGeom>
          <a:solidFill>
            <a:srgbClr val="F6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46920" y="5404104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₹0 – ₹12,999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Three revenue streams — mostly recurring, high-margin, transparent.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657600" cy="6858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7C3AED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SaaS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Inter"/>
              </a:rPr>
              <a:t>70% of 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Free · ₹0/mo  (2 campaigns/mo)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Growth · ₹2,499/mo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Scale · ₹12,999/mo (unlimited)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46888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2468880"/>
            <a:ext cx="3657600" cy="6858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C4899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46888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Marketplace take-rate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C4899"/>
                </a:solidFill>
                <a:latin typeface="Inter"/>
              </a:rPr>
              <a:t>20% of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749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5% on paid campaigns (brand-side)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0% on barter (loss-leader)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663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Auto-collected via RazorpayX split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468880"/>
            <a:ext cx="3657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2468880"/>
            <a:ext cx="3657600" cy="6858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59E0B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46888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Value-add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Inter"/>
              </a:rPr>
              <a:t>10% of 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749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AI brief generator credits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White-label agency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663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• Priority creator vetting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62356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Inter"/>
              </a:rPr>
              <a:t>Unit economics · CAC ~ ₹2,400 (organic + SEO)  ·  LTV ~ ₹78,000 (24-month)  ·  Payback in 3.4 months  ·  Gross margin 82%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Live product · shipping · monetising.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Inter"/>
              </a:rPr>
              <a:t>₹1.05 Cr+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GMV attributed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4231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EC4899"/>
                </a:solidFill>
                <a:latin typeface="Inter"/>
              </a:rPr>
              <a:t>120+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creators onboarded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231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59E0B"/>
                </a:solidFill>
                <a:latin typeface="Inter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brand workspaces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4231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0B981"/>
                </a:solidFill>
                <a:latin typeface="Inter"/>
              </a:rPr>
              <a:t>4.8×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avg ROAS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4231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06B6D4"/>
                </a:solidFill>
                <a:latin typeface="Inter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cities live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24231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6060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Inter"/>
              </a:rPr>
              <a:t>62 NPS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brand survey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31920"/>
            <a:ext cx="68580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GMV run-rate (last 6 months)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665362"/>
            <a:ext cx="640080" cy="141078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532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Inter"/>
              </a:rPr>
              <a:t>₹12L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Mar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5547796"/>
            <a:ext cx="640080" cy="258644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20" y="52277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Inter"/>
              </a:rPr>
              <a:t>₹22L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20" y="5852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Apr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5406717"/>
            <a:ext cx="640080" cy="399723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508667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Inter"/>
              </a:rPr>
              <a:t>₹34L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852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May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5230368"/>
            <a:ext cx="640080" cy="576072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49103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Inter"/>
              </a:rPr>
              <a:t>₹49L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5852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Jun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46320" y="5006994"/>
            <a:ext cx="640080" cy="799446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468695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Inter"/>
              </a:rPr>
              <a:t>₹68L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5852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Jul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06440" y="4572000"/>
            <a:ext cx="640080" cy="123444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0" y="42519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Inter"/>
              </a:rPr>
              <a:t>₹105L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5852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475569"/>
                </a:solidFill>
                <a:latin typeface="Inter"/>
              </a:rPr>
              <a:t>Aug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3931920"/>
            <a:ext cx="397763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4160520"/>
            <a:ext cx="3428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Brands using CreatorPlex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4572000"/>
            <a:ext cx="1828800" cy="365760"/>
          </a:xfrm>
          <a:prstGeom prst="roundRect">
            <a:avLst>
              <a:gd name="adj" fmla="val 35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Inter"/>
              </a:rPr>
              <a:t>Luxotica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6920" y="4572000"/>
            <a:ext cx="1828800" cy="365760"/>
          </a:xfrm>
          <a:prstGeom prst="roundRect">
            <a:avLst>
              <a:gd name="adj" fmla="val 35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4692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Inter"/>
              </a:rPr>
              <a:t>Samsara Ghee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4983480"/>
            <a:ext cx="1828800" cy="365760"/>
          </a:xfrm>
          <a:prstGeom prst="roundRect">
            <a:avLst>
              <a:gd name="adj" fmla="val 35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4983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Inter"/>
              </a:rPr>
              <a:t>Roving Mode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46920" y="4983480"/>
            <a:ext cx="1828800" cy="365760"/>
          </a:xfrm>
          <a:prstGeom prst="roundRect">
            <a:avLst>
              <a:gd name="adj" fmla="val 35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20" y="4983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Inter"/>
              </a:rPr>
              <a:t>weRbangali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0" y="5394960"/>
            <a:ext cx="1828800" cy="365760"/>
          </a:xfrm>
          <a:prstGeom prst="roundRect">
            <a:avLst>
              <a:gd name="adj" fmla="val 35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Inter"/>
              </a:rPr>
              <a:t>Mywbut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46920" y="5394960"/>
            <a:ext cx="1828800" cy="365760"/>
          </a:xfrm>
          <a:prstGeom prst="roundRect">
            <a:avLst>
              <a:gd name="adj" fmla="val 35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4692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Inter"/>
              </a:rPr>
              <a:t>Nykaa Sellers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0" y="5806440"/>
            <a:ext cx="1828800" cy="365760"/>
          </a:xfrm>
          <a:prstGeom prst="roundRect">
            <a:avLst>
              <a:gd name="adj" fmla="val 35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Inter"/>
              </a:rPr>
              <a:t>Fable Street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46920" y="5806440"/>
            <a:ext cx="1828800" cy="365760"/>
          </a:xfrm>
          <a:prstGeom prst="roundRect">
            <a:avLst>
              <a:gd name="adj" fmla="val 35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4692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Inter"/>
              </a:rPr>
              <a:t>Iva Lens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Go-to-market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Three loops that compound — SEO, Shopify App Store, referrals.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3703320" cy="73152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🔍   SEO / GEO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121 landing pages (11 services × 11 Indian cities) + AI tools (rate calc, ROI calc, brief gen). Rank for 'influencer marketing agency [city]'.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37760"/>
            <a:ext cx="3154680" cy="457200"/>
          </a:xfrm>
          <a:prstGeom prst="roundRect">
            <a:avLst>
              <a:gd name="adj" fmla="val 3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Inter"/>
              </a:rPr>
              <a:t>🎯  12k organic visits / mo by Q4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377440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2377440"/>
            <a:ext cx="3703320" cy="73152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🛍   Shopify App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375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Free tier + one-click install. Discovery via 'Marketing' category. Reviews + case studies drive installs.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937760"/>
            <a:ext cx="3154680" cy="457200"/>
          </a:xfrm>
          <a:prstGeom prst="roundRect">
            <a:avLst>
              <a:gd name="adj" fmla="val 3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937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Inter"/>
              </a:rPr>
              <a:t>🎯  500 installs by Q4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377440"/>
            <a:ext cx="37033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2377440"/>
            <a:ext cx="3703320" cy="73152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37744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🎁   Referrals + affiliates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3375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Creators refer creators (₹500). Brands refer brands (30% first-year commission). Agency partner program with white-label.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4937760"/>
            <a:ext cx="3154680" cy="457200"/>
          </a:xfrm>
          <a:prstGeom prst="roundRect">
            <a:avLst>
              <a:gd name="adj" fmla="val 3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9377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Inter"/>
              </a:rPr>
              <a:t>🎯  35% of new signups by Q6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06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Inter"/>
              </a:rPr>
              <a:t>18-month plan: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5806440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58064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Q1 · 1K brand signups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2816" y="5806440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58064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Q2 · Shopify App Store launch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08192" y="5806440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2" y="58064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Q3 · 5K creators verified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5806440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58064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Q4 · ₹5Cr GMV / mo run-rate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5806440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58064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Q6 · Break-even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Our 3 defensible edges vs. anyone else who 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280160" cy="123444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280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0">
                <a:solidFill>
                  <a:srgbClr val="FFFFFF"/>
                </a:solidFill>
                <a:latin typeface="Inter"/>
              </a:rPr>
              <a:t>🇮🇳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603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India-native 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80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UPI + IFSC + PAN payouts via RazorpayX  ·  GST invoicing  ·  Indian courier presets (Delhivery, BlueDart)  ·  18-city taxonomy  ·  INR default with Indian grouping.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749040"/>
            <a:ext cx="1280160" cy="123444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49040"/>
            <a:ext cx="1280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0">
                <a:solidFill>
                  <a:srgbClr val="FFFFFF"/>
                </a:solidFill>
                <a:latin typeface="Inter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9319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Proprietary data flywheel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97680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Every campaign feeds AI matching. Verified IG Business audience data, real GMV attribution, fraud signals — nobody else has this for Indian creators.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1280160" cy="123444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280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0">
                <a:solidFill>
                  <a:srgbClr val="FFFFFF"/>
                </a:solidFill>
                <a:latin typeface="Inter"/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035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Two-sided liquidity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669280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475569"/>
                </a:solidFill>
                <a:latin typeface="Inter"/>
              </a:rPr>
              <a:t>Creators join for the earnings + verified metrics badge; brands join for the vetted pool. Neither side works without the other — CreatorPlex owns both flywheels.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Small, senior, shipping.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Inter"/>
              </a:rPr>
              <a:t>Bootstrapped MVP built + shipped by founders. Hiring 3 roles post-seed.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25880" y="3429000"/>
            <a:ext cx="1188720" cy="11887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C3AED"/>
              </a:gs>
              <a:gs pos="100000">
                <a:srgbClr val="EC4899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Inter"/>
              </a:rPr>
              <a:t>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MG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Product + growth. Built + shipped CreatorPlex MVP end-to-end. Previously ran DTC growth for [brand].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306324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87952" y="3429000"/>
            <a:ext cx="1188720" cy="11887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C4899"/>
              </a:gs>
              <a:gs pos="100000">
                <a:srgbClr val="F59E0B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342900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Inter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4754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Hiring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5074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Head of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54864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SEO + Shopify App Store + agency partnerships. Target: 1K brand signups in 6 months.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306324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50024" y="3429000"/>
            <a:ext cx="1188720" cy="11887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59E0B"/>
              </a:gs>
              <a:gs pos="100000">
                <a:srgbClr val="EF4444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4" y="342900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Inter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4754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Hiring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5074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Head of Creators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54864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Onboards 100 creators / week. Vetting, tiering, fraud flags. Ex-agency or ex-creator relationships lead.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3063240"/>
            <a:ext cx="2743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12096" y="3429000"/>
            <a:ext cx="1188720" cy="11887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6B6D4"/>
              </a:gs>
              <a:gs pos="100000">
                <a:srgbClr val="7C3AED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2096" y="342900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Inter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4754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Hiring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5074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Lead Engineer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456" y="54864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Laravel + Livewire + AI. Owns platform reliability + Shopify certification.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84048" cy="384048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7C3AED"/>
              </a:gs>
              <a:gs pos="50000">
                <a:srgbClr val="EC4899"/>
              </a:gs>
              <a:gs pos="100000">
                <a:srgbClr val="F59E0B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000">
                <a:solidFill>
                  <a:srgbClr val="FFFFFF"/>
                </a:solidFill>
                <a:latin typeface="Inter"/>
              </a:rPr>
              <a:t>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CreatorPlex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658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Inter"/>
              </a:rPr>
              <a:t>AI creator-commerce ·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Inter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Inter"/>
              </a:rPr>
              <a:t>Raising ₹3.5 Cr seed — 18-month runway to break-even.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4114800" cy="384048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1E1B4B"/>
              </a:gs>
              <a:gs pos="50000">
                <a:srgbClr val="7C3AED"/>
              </a:gs>
              <a:gs pos="100000">
                <a:srgbClr val="EC4899"/>
              </a:gs>
            </a:gsLst>
            <a:lin ang="81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SEED · SAFE / 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400" b="1">
                <a:solidFill>
                  <a:srgbClr val="FFFFFF"/>
                </a:solidFill>
                <a:latin typeface="Inter"/>
              </a:rPr>
              <a:t>₹3.5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976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Inter"/>
              </a:rPr>
              <a:t>at ₹30 Cr post-money (~$3.6M)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120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Inter"/>
              </a:rPr>
              <a:t>18-month runway  ·  break-even at ₹1.2 Cr MRR  ·  Series A trigger @ ₹5 Cr MRR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77440"/>
            <a:ext cx="6720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Inter"/>
              </a:rPr>
              <a:t>Use of funds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880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Growth &amp; GTM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2880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Inter"/>
              </a:rPr>
              <a:t>45%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3200400"/>
            <a:ext cx="66294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92040" y="3200400"/>
            <a:ext cx="2983230" cy="201168"/>
          </a:xfrm>
          <a:prstGeom prst="rect">
            <a:avLst/>
          </a:prstGeom>
          <a:gradFill flip="none" rotWithShape="1">
            <a:gsLst>
              <a:gs pos="0">
                <a:srgbClr val="7C3AED"/>
              </a:gs>
              <a:gs pos="100000">
                <a:srgbClr val="7C3AE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474720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SEO team · Shopify App Store push · agency partnerships · content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840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EC4899"/>
                </a:solidFill>
                <a:latin typeface="Inter"/>
              </a:rPr>
              <a:t>30%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4160520"/>
            <a:ext cx="66294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4160520"/>
            <a:ext cx="1988820" cy="201168"/>
          </a:xfrm>
          <a:prstGeom prst="rect">
            <a:avLst/>
          </a:prstGeom>
          <a:gradFill flip="none" rotWithShape="1">
            <a:gsLst>
              <a:gs pos="0">
                <a:srgbClr val="EC4899"/>
              </a:gs>
              <a:gs pos="100000">
                <a:srgbClr val="EC4899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434840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3 senior engineers · AI infra · Shopify + Woo + Amazon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800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Creator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4800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Inter"/>
              </a:rPr>
              <a:t>15%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5120640"/>
            <a:ext cx="66294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2040" y="5120640"/>
            <a:ext cx="994410" cy="201168"/>
          </a:xfrm>
          <a:prstGeom prst="rect">
            <a:avLst/>
          </a:prstGeom>
          <a:gradFill flip="none" rotWithShape="1">
            <a:gsLst>
              <a:gs pos="0">
                <a:srgbClr val="F59E0B"/>
              </a:gs>
              <a:gs pos="100000">
                <a:srgbClr val="F59E0B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5394960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2 creator success · fraud vetting · WhatsApp community ·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5760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Inter"/>
              </a:rPr>
              <a:t>Runway buffer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5760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Inter"/>
              </a:rPr>
              <a:t>10%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6080760"/>
            <a:ext cx="66294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6080760"/>
            <a:ext cx="662940" cy="201168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10B981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6355080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Inter"/>
              </a:rPr>
              <a:t>Legal + compliance · payment gateway holds · brand-safety insurance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CreatorPlex ·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Inter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2"/>
              </a:gs>
              <a:gs pos="25000">
                <a:srgbClr val="1E1B4B"/>
              </a:gs>
              <a:gs pos="50000">
                <a:srgbClr val="7C3AED"/>
              </a:gs>
              <a:gs pos="75000">
                <a:srgbClr val="EC4899"/>
              </a:gs>
              <a:gs pos="100000">
                <a:srgbClr val="F59E0B"/>
              </a:gs>
            </a:gsLst>
            <a:lin ang="7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0" y="822960"/>
            <a:ext cx="960120" cy="96012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FFF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0" y="82296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7C3AED"/>
                </a:solidFill>
                <a:latin typeface="Inter"/>
              </a:rPr>
              <a:t>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Let's build the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0896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for creator-commerce in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420624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0" bIns="0"/>
          <a:lstStyle/>
          <a:p>
            <a:pPr algn="ctr"/>
            <a:r>
              <a:rPr b="1" sz="900">
                <a:solidFill>
                  <a:srgbClr val="7C3AED"/>
                </a:solidFill>
                <a:latin typeface="Inter"/>
              </a:rPr>
              <a:t>Live demo · 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hello@creatorplex.in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Inter"/>
              </a:rPr>
              <a:t>creatorplex.rankboosterinfotech.in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CreatorPlex · Ghaziabad, India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